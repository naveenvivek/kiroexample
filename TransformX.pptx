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9" r:id="rId11"/>
    <p:sldId id="268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5963-4CB5-1E59-7ED7-A3B36B857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EF6D4-F29F-5170-FAB0-2B97F2F29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1E320-7086-C84D-FCEC-2D0E7F68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70DD8-B515-20C5-A631-AB788604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C3AF5-27F7-D347-39DC-FE693480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611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3F75F-FE36-8DCE-38C3-1A94089F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970D2-022E-513A-FC19-40EED9550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81D0D-6207-C8AF-3D89-78AF3D1F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39784-E0EB-71D1-EF88-3C23E008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A2939-684A-7634-8367-5DC8F61E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0819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CFCD-277E-FB31-00F8-8DC3EEBA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EE310-4D62-8F74-1979-906209669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B0682-21FA-35AC-5402-B9AFEFDA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9F3EF-5DCD-558C-5778-20D2B345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BC890-7632-66D0-570D-014CD3F1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059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B140-715B-B1EE-3AA7-4021E6D5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5FEE-CC26-D99D-2D90-8BE0FE078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4288C-FB27-3C39-C7D8-349CAD551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73F47-DE27-CC27-57D5-A40F5E88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DE2CA-441F-EFD9-7698-1D6C2EF3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FCA70-8C1F-6415-E346-F7E7C584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840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7DC2-5A03-D332-A61D-8570EE40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A1DF2-531B-B5A9-E453-A80BFCF59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F8E36-AD88-3C84-97FA-5AC37090A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3AAF3-A0B7-9E4C-0521-4F3B128B9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A4413-7C30-43B8-455E-CBDEFA2D8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EEA2D-B2F6-AA0B-9BFA-20A785B9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06F6F-3210-4096-DAFA-76FB54D6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55EC9D-46E4-FCFC-6608-CF43965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43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B035-FE91-E166-C259-3EAAB229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866F5D-931C-FEC3-A1DB-6EEE54E1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B7F68-D0D2-A0CC-48F8-3BECAD69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C7B59-9088-A460-0343-9834BF5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679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BF5EC-B992-8E1B-0E5B-D80A19DD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9B31A6-2EB8-2D8F-2808-96461888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1DBF8-319F-22A5-B09D-FDED84D7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685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AE2C-0357-569C-4C28-988F5DFA4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336AC-9439-8A4B-7406-033536D3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593AF-0C8A-E1F5-9C1E-D733BC5FA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7A4B6-00CB-B042-228D-0E6C4712A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3008D-8F5B-0FD1-A899-62F1D48B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A7CED-115B-0D85-F1CC-438C702F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371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F2E0-8273-D8CD-0044-0E080492B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8C714-DD56-E1B7-ECD5-A81648E73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C9D86-F751-5300-FC66-4D8BBA9D4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3C705-8BE6-820E-D167-52D12A58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CBD2C-FB45-2BE2-E555-8497B873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274C7-1C3D-E062-5A2A-B9CCBBC5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428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8617-E137-424F-47AB-E7895B24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98A04-6995-EF96-5272-3C43546B8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916F3-F730-E98F-946A-B0C96A98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F3EFA-0D7C-5F86-7D15-CB77BED7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4A2C8-08D8-B0C5-8F66-9FFF0A8E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101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D6D98-4520-1D98-AFC7-2A7242B3C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B6CDA-5D3D-360E-AE89-62945F866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ECFCB-2FAE-AD24-B9AF-7CD1082C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F421E-CD16-9040-9843-FBAD5A5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3DF60-3F03-12F1-76EC-C5217DC4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177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44D0E-CC73-E0A8-8B2B-71F03EA76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45A49-0ED0-7FB3-B91E-00D5AB5E1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74AE0-2D16-27B5-110E-62992A044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F2CC7-DA47-42BF-895B-16CB21E6BA31}" type="datetimeFigureOut">
              <a:rPr lang="en-SG" smtClean="0"/>
              <a:t>30/12/2025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7EC3-3020-4BCF-C2B6-409715AE2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CD30E-19C6-50AC-CD08-E48BCF55B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4BEA-D374-40D8-B89D-09D0724352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49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C8CFD1-3E9C-3313-C2CF-C555E37EBF52}"/>
              </a:ext>
            </a:extLst>
          </p:cNvPr>
          <p:cNvSpPr txBox="1">
            <a:spLocks/>
          </p:cNvSpPr>
          <p:nvPr/>
        </p:nvSpPr>
        <p:spPr>
          <a:xfrm>
            <a:off x="1236617" y="2049825"/>
            <a:ext cx="9144000" cy="6541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500" dirty="0" err="1"/>
              <a:t>TransformX</a:t>
            </a:r>
            <a:endParaRPr lang="en-SG" sz="2500" dirty="0"/>
          </a:p>
        </p:txBody>
      </p:sp>
    </p:spTree>
    <p:extLst>
      <p:ext uri="{BB962C8B-B14F-4D97-AF65-F5344CB8AC3E}">
        <p14:creationId xmlns:p14="http://schemas.microsoft.com/office/powerpoint/2010/main" val="139266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7EB7E0-A80E-3AFD-17F3-11BC93D6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47" y="1325879"/>
            <a:ext cx="9285956" cy="489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7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9C010-0A51-5C83-D563-0A145928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60E67-5931-4C3B-5385-548033C7A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560" y="836024"/>
            <a:ext cx="5634030" cy="57213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D45C36-6F6A-AFAC-3AC0-9ADBEA085662}"/>
              </a:ext>
            </a:extLst>
          </p:cNvPr>
          <p:cNvSpPr txBox="1"/>
          <p:nvPr/>
        </p:nvSpPr>
        <p:spPr>
          <a:xfrm>
            <a:off x="1626324" y="222295"/>
            <a:ext cx="856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 -p "prompt" flag makes Copilot run </a:t>
            </a:r>
            <a:r>
              <a:rPr lang="en-US" b="1" dirty="0"/>
              <a:t>non-interactively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3325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92C1A-7062-6CB1-BFFC-2B4D10A5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E887B6-D834-B1BB-A370-218E2CA0E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97" y="1036487"/>
            <a:ext cx="11166566" cy="51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0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98CC-5C50-A7E7-3796-134BA076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145924-E182-4171-C0DE-206590BDA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149" y="395151"/>
            <a:ext cx="7953000" cy="606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4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9573-CC66-4EE6-D441-12509B00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BAD278-2E39-EB11-BC1A-31F73475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0" y="752658"/>
            <a:ext cx="10578737" cy="523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6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6370-223B-858C-24BF-A39E7180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07A46-9B02-AFF9-D7BF-E50806B86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16" y="783772"/>
            <a:ext cx="10580931" cy="562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106E-2921-6072-E970-B7393A02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5AB736-AB94-6359-14C9-205D0756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12" y="267789"/>
            <a:ext cx="8067135" cy="610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07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F16E-5CF2-6A41-EA05-131929BA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1CBBB-97B6-A792-5172-B7566F11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18" y="809896"/>
            <a:ext cx="11032276" cy="55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80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B1242-508B-8A68-D822-9813DB7A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090002-96F6-9F13-884D-CF787E11C1EF}"/>
              </a:ext>
            </a:extLst>
          </p:cNvPr>
          <p:cNvSpPr txBox="1"/>
          <p:nvPr/>
        </p:nvSpPr>
        <p:spPr>
          <a:xfrm>
            <a:off x="2762794" y="352697"/>
            <a:ext cx="6230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1) Is it our head ache to run their project ? </a:t>
            </a:r>
          </a:p>
          <a:p>
            <a:r>
              <a:rPr lang="en-SG" dirty="0"/>
              <a:t>2) </a:t>
            </a:r>
          </a:p>
        </p:txBody>
      </p:sp>
    </p:spTree>
    <p:extLst>
      <p:ext uri="{BB962C8B-B14F-4D97-AF65-F5344CB8AC3E}">
        <p14:creationId xmlns:p14="http://schemas.microsoft.com/office/powerpoint/2010/main" val="377368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8B08-FBB6-04C6-A0A2-BBB5BFB9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79312-4718-E7E0-E378-3CEEACBD6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025"/>
            <a:ext cx="9144000" cy="654186"/>
          </a:xfrm>
        </p:spPr>
        <p:txBody>
          <a:bodyPr>
            <a:normAutofit/>
          </a:bodyPr>
          <a:lstStyle/>
          <a:p>
            <a:r>
              <a:rPr lang="en-SG" sz="2500" dirty="0" err="1"/>
              <a:t>TransformX</a:t>
            </a:r>
            <a:endParaRPr lang="en-SG" sz="2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912B0-A334-6557-F3DB-D05333737E52}"/>
              </a:ext>
            </a:extLst>
          </p:cNvPr>
          <p:cNvSpPr txBox="1"/>
          <p:nvPr/>
        </p:nvSpPr>
        <p:spPr>
          <a:xfrm>
            <a:off x="1031965" y="1639389"/>
            <a:ext cx="10894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LcParenR"/>
            </a:pPr>
            <a:r>
              <a:rPr lang="en-SG" dirty="0"/>
              <a:t>Create custom agents </a:t>
            </a:r>
          </a:p>
          <a:p>
            <a:pPr marL="400050" indent="-400050">
              <a:buAutoNum type="romanLcParenR"/>
            </a:pPr>
            <a:r>
              <a:rPr lang="en-SG" dirty="0"/>
              <a:t>Switch Models</a:t>
            </a:r>
          </a:p>
          <a:p>
            <a:pPr marL="400050" indent="-400050">
              <a:buAutoNum type="romanLcParenR"/>
            </a:pPr>
            <a:r>
              <a:rPr lang="en-SG" dirty="0"/>
              <a:t>/clear “clear previous conversations”)</a:t>
            </a:r>
          </a:p>
          <a:p>
            <a:pPr marL="400050" indent="-400050">
              <a:buAutoNum type="romanLcParenR"/>
            </a:pPr>
            <a:r>
              <a:rPr lang="en-US" dirty="0"/>
              <a:t> /delegate &lt;prompt&gt;  Delegate changes to remote repository with AI-generated PR</a:t>
            </a:r>
          </a:p>
          <a:p>
            <a:pPr marL="400050" indent="-400050">
              <a:buAutoNum type="romanLcParenR"/>
            </a:pPr>
            <a:r>
              <a:rPr lang="en-US" dirty="0"/>
              <a:t>/share [</a:t>
            </a:r>
            <a:r>
              <a:rPr lang="en-US" dirty="0" err="1"/>
              <a:t>file|gist</a:t>
            </a:r>
            <a:r>
              <a:rPr lang="en-US" dirty="0"/>
              <a:t>] [path]                    Share session to markdown file or GitHub gist</a:t>
            </a:r>
          </a:p>
          <a:p>
            <a:pPr marL="400050" indent="-400050">
              <a:buAutoNum type="romanLcParenR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353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E27B-AC5A-2F1B-B036-69E52BA5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2DBDC3-4C4C-C739-A02D-6F939FBB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54" y="97972"/>
            <a:ext cx="117307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B64F3F-D0E2-A472-F0E9-0874C8252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06" y="202474"/>
            <a:ext cx="146414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470FCB-2251-A894-16C2-AC2B13F7A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524" y="202474"/>
            <a:ext cx="1733864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CBEF02-2715-C1EA-CF26-C3731EFB3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2555" y="280852"/>
            <a:ext cx="1708102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15CDF4-CF9F-F606-F11C-C38E12512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81" y="97972"/>
            <a:ext cx="134106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514600-3F8C-C6FE-6933-5E7B93748B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7324" y="202474"/>
            <a:ext cx="874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7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5E5619A-3F8C-45A7-872E-3FE4934EEBC8}">
  <we:reference id="wa200006435" version="1.0.0.0" store="en-US" storeType="OMEX"/>
  <we:alternateReferences>
    <we:reference id="wa200006435" version="1.0.0.0" store="wa20000643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71</Words>
  <Application>Microsoft Office PowerPoint</Application>
  <PresentationFormat>Widescreen</PresentationFormat>
  <Paragraphs>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35</cp:revision>
  <dcterms:created xsi:type="dcterms:W3CDTF">2025-12-25T03:26:13Z</dcterms:created>
  <dcterms:modified xsi:type="dcterms:W3CDTF">2025-12-30T01:34:43Z</dcterms:modified>
</cp:coreProperties>
</file>